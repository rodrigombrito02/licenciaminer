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1097280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828800"/>
            <a:ext cx="365760" cy="457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828800"/>
            <a:ext cx="182880" cy="4572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Integrado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— Inteligência Estratégica para Mineração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 · 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integrada de inteligência para mineração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16+ fontes públicas oficiais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(IBAMA, ANM, SEMAD, CFEM, BCB, Comex) que ninguém mais consolida num único lugar.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unidades de negócio integradas: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Ambiental · Direitos e Concessões · Mineral Intelligence · SQ Solutions · Gestão Interna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dado rastreável à fonte original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Auditabilidade total — URL da fonte pública em cada registro.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moderno: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FastAPI + DuckDB · Deploy: Vercel + Railway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926080" cy="3474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em Números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303.250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minerários (27 estados)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280160"/>
            <a:ext cx="54864" cy="91440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42.758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ambientais (MG)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280160"/>
            <a:ext cx="54864" cy="9144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em destaque (curados)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54864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de DD (incl. LGLA)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5603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560320"/>
            <a:ext cx="54864" cy="91440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mapeados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560320"/>
            <a:ext cx="54864" cy="9144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públicas integradas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coletados de fontes públicas oficiais — IBAMA, ANM, SEMAD, CFEM, BCB, Comex, ICMBio, FUNAI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Decisões de Licenciamento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que o BI da FEAM não oferece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interativos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Regional, modalidade, classe, atividade, decisão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filtrados em tempo real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Total, taxa aprovação, deferidos, indeferidos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automáticos contextuais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"Classe 5 tem 39% de aprovação em mineração"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Licenciamento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 + rigor regional + tendência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 para Due Diligence e consultoria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novos endpoints de API filtráveis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383280" cy="3200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2194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/decisoes]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Diferencial: cruzamento SEMAD + IBAMA + ANM + CFEM por CNPJ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Ambiental — 5 Fases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premium: avaliação de conformidade documental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5029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1554480" cy="5029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554480" cy="50292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Avaliação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1188720"/>
            <a:ext cx="1554480" cy="50292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Criticidade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188720"/>
            <a:ext cx="155448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legislativa: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 COPAM 217/2017 + Lei 15.190/2025 (LGLA) + CONAMA 237/97, 9/90, 10/90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novas modalidades federais: LAU, LAC, LAE, LOC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documentos · 1.967 requisitos · 11 tipos de licença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PDF com extração de texto (pymupdf)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de criticidade: impacto × complexidade + gargalos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análise por IA (Claude) quando ativado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2926080" cy="2743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/due-diligence]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Mineiro Nacional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303.250 processos em 27 estados — cobertura total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CSVs do Cadastro Mineiro da ANM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diária pela ANM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minerário completo: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→ alvará → relatório → lavra → concessão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de 6.904 → 303.250 registros (44x)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por UF, regime, substância, município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estados: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(59k) · BA (34k) · PA (24k) · SP (21k) · GO (19k)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926080" cy="3200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2194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/concessoes]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Jazida.com — 30k usuários. Nosso diferencial: inteligência analítica + cruzamento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Indicadores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Observatório da Mineração Brasileira — nosso anzol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em Destaque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projetos curados com fontes rastreáveis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(S11D, US$ 2,8 bi)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Anglo (Minas-Rio, R$ 5 bi)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Usiminas (Compactos, R$ 700M)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Lithium, CBMM, Kinross, ArcelorMittal...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Linkado ao dossier da empresa (CNPJ)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Automático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empresas por processos + CFEM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Vale: 5.774 processos, R$ 5,8 bi CFEM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CSN: 1.917 processos, R$ 1,4 bi CFEM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127k pesquisas → 42k concessões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cruzados ANM + CFEM automaticamente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 Solutions — Soluções de Segurança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Braço tecnológico da Summo Quartile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— Checklists automáticos, auditorias, compliance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Dersalis Hub — Fadiga, estresse térmico, risco cardiovascular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46304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(Kofre / Rombit)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Crachá Inteligente — IP65, EX, LTE/BLE/LoRaWAN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H×M — IP67, detecção queda/colisão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Braçadeira Biomédica — IP68, sinais vitais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previsto em editais da Petrobras, incluindo plataformas offshore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 /seguranca]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na Mineração — Mineradora Modelo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para vender consultoria de 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setores: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· Operação · Processamento · Rejeitos · Manutenção · Logística · SSMA-ESG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simulados com séries temporais de 24 meses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 (5 níveis de maturidade)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(fases de implantação)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"Vende consultoria através de IA, e IA através de consultoria"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Modularizar para venda individual por setor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cliente vs. modelo ideal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KPIs com sócios (know-how do setor)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926080" cy="3657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/mineradora-modelo]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Summo é Diferente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da FEAM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MG apenas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cruzamento de fontes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inteligência analítica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público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Jazida.com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operacional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ANM apenas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licenciamento ambiental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 usuários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 fontes cruzadas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Ambiental + Minerário + Mercado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+ Due Diligence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de projetos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nacional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mais cruza licenciamento ambiental + direito minerário + CFEM + mercado num único lugar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· Decisões filtráveis · Cadastro Mineiro 303k · DD 5 fases + LGLA · SQ Solutions · Monitoramento 31 projetos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SIGBM (barragens) · PNLA (licenciamento nacional) · ANA (outorgas) · IA na Due Diligence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· Multi-tenancy · SaaS · Integração site (app.summoquartile.com)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bases de dados a integrar: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SIGBM — Barragens de mineração (estabilidade, risco, rejeito)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PNLA — Portal Nacional de Licenciamento (expandir além de MG)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ANA/SNIRH — Outorgas de recursos hídricos (visão 360°)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DIPEM — Investimentos em pesquisa mineral (indicador antecedente)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 / Dívida Ativa — Compliance dos titulares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Sistema Gera Receita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457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Anzol (gratuito)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compilados + monitoramento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atrai tráfego qualificado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280160"/>
            <a:ext cx="1920240" cy="45720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(pago)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+ Viabilidade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venda de relatórios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1920240" cy="4572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(hora)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com Mineradora Modelo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venda de hora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(licença)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por setor para mineradoras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venda de módulo SaaS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45920"/>
            <a:ext cx="1097280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645920"/>
            <a:ext cx="365760" cy="457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645920"/>
            <a:ext cx="182880" cy="4572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Conversa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prioridades do roadmap com o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quais projetos/empresas priorizar no monitoramento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feedback com colaboradora para DD (requisitos + LGLA)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subdomínio (app.summoquartile.com)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modelo de precificação dos produtos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Summo Quartile · summoquartile.com · Rodrigo Brito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Integrado Summo Quartile — Piloto</dc:title>
  <dc:subject>PptxGenJS Presentation</dc:subject>
  <dc:creator>Summo Quartile</dc:creator>
  <cp:lastModifiedBy>Summo Quartile</cp:lastModifiedBy>
  <cp:revision>1</cp:revision>
  <dcterms:created xsi:type="dcterms:W3CDTF">2026-04-13T11:07:14Z</dcterms:created>
  <dcterms:modified xsi:type="dcterms:W3CDTF">2026-04-13T11:07:14Z</dcterms:modified>
</cp:coreProperties>
</file>